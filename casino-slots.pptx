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C23C"/>
                </a:solidFill>
                <a:latin typeface="Calibri"/>
              </a:rPr>
              <a:t>Casino Slots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2F2F8"/>
                </a:solidFill>
                <a:latin typeface="Calibri"/>
              </a:rPr>
              <a:t>A React slot machine — workflow &amp; React hooks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B9D6"/>
                </a:solidFill>
                <a:latin typeface="Calibri"/>
              </a:rPr>
              <a:t>5-minute presentation  ·  React 18 +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C23C"/>
                </a:solidFill>
                <a:latin typeface="Calibri"/>
              </a:rPr>
              <a:t>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2F2F8"/>
                </a:solidFill>
                <a:latin typeface="Calibri"/>
              </a:rPr>
              <a:t>• Single-page React 18 app, built with Vite.</a:t>
            </a:r>
          </a:p>
          <a:p>
            <a:r>
              <a:rPr sz="2200" b="0">
                <a:solidFill>
                  <a:srgbClr val="F2F2F8"/>
                </a:solidFill>
                <a:latin typeface="Calibri"/>
              </a:rPr>
              <a:t>• Classic 3-reel slot machine with a center payline.</a:t>
            </a:r>
          </a:p>
          <a:p>
            <a:r>
              <a:rPr sz="2200" b="0">
                <a:solidFill>
                  <a:srgbClr val="F2F2F8"/>
                </a:solidFill>
                <a:latin typeface="Calibri"/>
              </a:rPr>
              <a:t>• 12 symbols per reel (incl. a LOGO jackpot symbol).</a:t>
            </a:r>
          </a:p>
          <a:p>
            <a:r>
              <a:rPr sz="2200" b="0">
                <a:solidFill>
                  <a:srgbClr val="F2F2F8"/>
                </a:solidFill>
                <a:latin typeface="Calibri"/>
              </a:rPr>
              <a:t>• Player manages credits, bet size, and spin count.</a:t>
            </a:r>
          </a:p>
          <a:p>
            <a:r>
              <a:rPr sz="2200" b="0">
                <a:solidFill>
                  <a:srgbClr val="F2F2F8"/>
                </a:solidFill>
                <a:latin typeface="Calibri"/>
              </a:rPr>
              <a:t>• Animated reels with staggered stop + win highlighting.</a:t>
            </a:r>
          </a:p>
          <a:p>
            <a:r>
              <a:rPr sz="2200" b="0">
                <a:solidFill>
                  <a:srgbClr val="F2F2F8"/>
                </a:solidFill>
                <a:latin typeface="Calibri"/>
              </a:rPr>
              <a:t>• All logic lives in a single component: src/App.jsx.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C23C"/>
                </a:solidFill>
                <a:latin typeface="Calibri"/>
              </a:rPr>
              <a:t>Spin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1. Press Spin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898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Validate credits ≥ bet, clear any active timers.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2. Deduct bet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128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Pick random target index for each of the 3 reels.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3. Animate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3580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requestAnimationFrame cycles reel indices for ~2.2s.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4. Stagger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8587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Each reel settles 450ms after the previous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5. 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681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Read center row, detect 2x / 3x / jackpot, pay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23C"/>
                </a:solidFill>
                <a:latin typeface="Calibri"/>
              </a:rPr>
              <a:t>6. Update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046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Credits, last win, message, and spin counter update.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C23C"/>
                </a:solidFill>
                <a:latin typeface="Calibri"/>
              </a:rPr>
              <a:t>useState — reactive game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B9D6"/>
                </a:solidFill>
                <a:latin typeface="Calibri"/>
              </a:rPr>
              <a:t>Every value the UI must re-render for lives in useState.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2F2F8"/>
                </a:solidFill>
                <a:latin typeface="Calibri"/>
              </a:rPr>
              <a:t>• centerIndices  – which symbol sits on each reel’s payline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finalIndices   – locked target after a spin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spinning       – are the reels currently rolling?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settledReels   – per-reel stop flags for staggered finish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credits / bet  – player wallet and wager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message        – status text shown under the reels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lastWin        – last payout info (drives highlight + glow)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spinCount      – total spins this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C23C"/>
                </a:solidFill>
                <a:latin typeface="Calibri"/>
              </a:rPr>
              <a:t>useEffect — cleanup on unmount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B9D6"/>
                </a:solidFill>
                <a:latin typeface="Calibri"/>
              </a:rPr>
              <a:t>One effect, empty dependency array — it runs only the cleanup when App unmounts.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useEffect(() =&gt; {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return () =&gt; {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  timersRef.current.forEach(({ type, id }) =&gt; {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    if (type === 'frame') cancelAnimationFrame(id);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    else clearTimeout(id);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  });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  };</a:t>
            </a:r>
          </a:p>
          <a:p>
            <a:r>
              <a:rPr sz="1800" b="0">
                <a:solidFill>
                  <a:srgbClr val="F2F2F8"/>
                </a:solidFill>
                <a:latin typeface="Calibri"/>
              </a:rPr>
              <a:t>}, []);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2F2F8"/>
                </a:solidFill>
                <a:latin typeface="Calibri"/>
              </a:rPr>
              <a:t>Why it matters: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A spin schedules many timeouts + an rAF loop.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If the user navigates away mid-spin, orphan timers would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  try to call setState on an unmounted component.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The cleanup cancels everything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C23C"/>
                </a:solidFill>
                <a:latin typeface="Calibri"/>
              </a:rPr>
              <a:t>useMemo — skip expensive rebuilds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B9D6"/>
                </a:solidFill>
                <a:latin typeface="Calibri"/>
              </a:rPr>
              <a:t>Three memoised values, each with a different dependency set: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23C"/>
                </a:solidFill>
                <a:latin typeface="Calibri"/>
              </a:rPr>
              <a:t>const reels = useMemo(buildReels, []);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2F8"/>
                </a:solidFill>
                <a:latin typeface="Calibri"/>
              </a:rPr>
              <a:t>Builds the 3×12 symbol matrix once. Never recomputed.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23C"/>
                </a:solidFill>
                <a:latin typeface="Calibri"/>
              </a:rPr>
              <a:t>const visibleGrid = useMemo(</a:t>
            </a:r>
          </a:p>
          <a:p>
            <a:r>
              <a:rPr sz="1400" b="1">
                <a:solidFill>
                  <a:srgbClr val="FFC23C"/>
                </a:solidFill>
                <a:latin typeface="Calibri"/>
              </a:rPr>
              <a:t>  () =&gt; createVisibleGrid(reels, centerIndices),</a:t>
            </a:r>
          </a:p>
          <a:p>
            <a:r>
              <a:rPr sz="1400" b="1">
                <a:solidFill>
                  <a:srgbClr val="FFC23C"/>
                </a:solidFill>
                <a:latin typeface="Calibri"/>
              </a:rPr>
              <a:t>  [centerIndices, reels]);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2F8"/>
                </a:solidFill>
                <a:latin typeface="Calibri"/>
              </a:rPr>
              <a:t>Recomputes only when reel positions change — not on every re-render caused by bet/credits/message.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010912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23C"/>
                </a:solidFill>
                <a:latin typeface="Calibri"/>
              </a:rPr>
              <a:t>const fullStrip = useMemo(</a:t>
            </a:r>
          </a:p>
          <a:p>
            <a:r>
              <a:rPr sz="1400" b="1">
                <a:solidFill>
                  <a:srgbClr val="FFC23C"/>
                </a:solidFill>
                <a:latin typeface="Calibri"/>
              </a:rPr>
              <a:t>  () =&gt; Array.from({length: 5}, () =&gt; symbols).flat(),</a:t>
            </a:r>
          </a:p>
          <a:p>
            <a:r>
              <a:rPr sz="1400" b="1">
                <a:solidFill>
                  <a:srgbClr val="FFC23C"/>
                </a:solidFill>
                <a:latin typeface="Calibri"/>
              </a:rPr>
              <a:t>  [symbols]);   // inside &lt;Reel&gt;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F2F8"/>
                </a:solidFill>
                <a:latin typeface="Calibri"/>
              </a:rPr>
              <a:t>Flattens the repeated strip once per reel; animation re-renders don’t touch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C23C"/>
                </a:solidFill>
                <a:latin typeface="Calibri"/>
              </a:rPr>
              <a:t>useRef — a mutable box that survives re-renders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C23C"/>
                </a:solidFill>
                <a:latin typeface="Calibri"/>
              </a:rPr>
              <a:t>const timersRef = useRef([]);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2F2F8"/>
                </a:solidFill>
                <a:latin typeface="Calibri"/>
              </a:rPr>
              <a:t>• Holds the list of { type, id } timer handles created during a spin.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Not state — mutating it must NOT trigger a re-render.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Values persist across renders, unlike plain local variables.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scheduleSpinAnimation + staggered setTimeouts push IDs in.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clearTimers() cancels and resets the array when a new spin starts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  or when the component unmounts (via useEffect cleanup).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• Without the ref, cancelling mid-spin would be impossible —</a:t>
            </a:r>
          </a:p>
          <a:p>
            <a:r>
              <a:rPr sz="2000" b="0">
                <a:solidFill>
                  <a:srgbClr val="F2F2F8"/>
                </a:solidFill>
                <a:latin typeface="Calibri"/>
              </a:rPr>
              <a:t>  the IDs would be lost between renders.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C23C"/>
                </a:solidFill>
                <a:latin typeface="Calibri"/>
              </a:rPr>
              <a:t>How the four hooks cooperate in one spin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C23C"/>
                </a:solidFill>
                <a:latin typeface="Calibri"/>
              </a:rPr>
              <a:t>useState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Drives every visible change: spinning flag, indices, credits,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6148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C23C"/>
                </a:solidFill>
                <a:latin typeface="Calibri"/>
              </a:rPr>
              <a:t>useRef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Stores raf/timeout IDs so we can cancel without re-rendering.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C23C"/>
                </a:solidFill>
                <a:latin typeface="Calibri"/>
              </a:rPr>
              <a:t>useMemo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86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Keeps the reel matrix + visible grid stable between state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E40"/>
          </a:solidFill>
          <a:ln w="12700">
            <a:solidFill>
              <a:srgbClr val="FFC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5604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C23C"/>
                </a:solidFill>
                <a:latin typeface="Calibri"/>
              </a:rPr>
              <a:t>useEffect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983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2F8"/>
                </a:solidFill>
                <a:latin typeface="Calibri"/>
              </a:rPr>
              <a:t>Guarantees cleanup when the component unmounts mid-animation.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9B9D6"/>
                </a:solidFill>
                <a:latin typeface="Calibri"/>
              </a:rPr>
              <a:t>Together: smooth animation, accurate state, zero leaked timers.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C23C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2F2F8"/>
                </a:solidFill>
                <a:latin typeface="Calibri"/>
              </a:rPr>
              <a:t>Questions?  ·  Live demo: npm run 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